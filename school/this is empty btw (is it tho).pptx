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Faça clique para editar o estilo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23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7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92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4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9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1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0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5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88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1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2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A591C-3EC9-4542-B0D5-31E8C568A51F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47A70-BBE1-46FD-B1B7-6600C9A0AC4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2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19794" y="78377"/>
            <a:ext cx="9144000" cy="967060"/>
          </a:xfrm>
        </p:spPr>
        <p:txBody>
          <a:bodyPr/>
          <a:lstStyle/>
          <a:p>
            <a:r>
              <a:rPr lang="en-US" dirty="0" smtClean="0"/>
              <a:t>This is empty btw</a:t>
            </a:r>
            <a:endParaRPr 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4" y="967058"/>
            <a:ext cx="10354491" cy="58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652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Ecrã Panorâmico</PresentationFormat>
  <Paragraphs>1</Paragraphs>
  <Slides>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This is empty btw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empty btw</dc:title>
  <dc:creator>CloudKernelFox</dc:creator>
  <cp:lastModifiedBy>CloudKernelFox</cp:lastModifiedBy>
  <cp:revision>1</cp:revision>
  <dcterms:created xsi:type="dcterms:W3CDTF">2026-08-02T17:15:46Z</dcterms:created>
  <dcterms:modified xsi:type="dcterms:W3CDTF">2026-08-02T17:17:02Z</dcterms:modified>
</cp:coreProperties>
</file>