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 smtClean="0"/>
              <a:t>Clique para editar os estilos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 smtClean="0"/>
              <a:t>Clique para editar os estilos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Ingenier%C3%ADa_de_softwar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Mi futura profesión </a:t>
            </a:r>
            <a:b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</a:br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/>
            </a:r>
            <a:b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</a:br>
            <a:r>
              <a:rPr lang="es-E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Ingeniería de Software</a:t>
            </a:r>
            <a:endParaRPr lang="es-E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Rodrigo Rosa nº 16 9G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38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0992"/>
            <a:ext cx="6130636" cy="550778"/>
          </a:xfrm>
        </p:spPr>
        <p:txBody>
          <a:bodyPr>
            <a:normAutofit fontScale="90000"/>
          </a:bodyPr>
          <a:lstStyle/>
          <a:p>
            <a:pPr fontAlgn="base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¿Qué profesión elegirá? 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550778"/>
            <a:ext cx="98635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He decidido elegir la profesión de </a:t>
            </a:r>
            <a:r>
              <a:rPr lang="es-E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Ingeniero de Software</a:t>
            </a: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s-E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He </a:t>
            </a:r>
            <a:r>
              <a:rPr lang="es-E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optado por esta carrera porque me apasiona el mundo de la informática y la tecnología. </a:t>
            </a:r>
            <a:endParaRPr lang="es-E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s-E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Mi </a:t>
            </a:r>
            <a:r>
              <a:rPr lang="es-E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objetivo es aprender a diseñar y crear programas o aplicaciones que puedan </a:t>
            </a: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resolver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problemas reales y ayudar a las personas en su día a día</a:t>
            </a:r>
            <a:r>
              <a:rPr lang="es-E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.</a:t>
            </a: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009602" y="2154635"/>
            <a:ext cx="6130636" cy="55077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¿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Qué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estudios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necesitaré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  <a:ea typeface="Yu Gothic Light" panose="020B0300000000000000" pitchFamily="34" charset="-128"/>
              </a:rPr>
              <a:t>?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  <a:ea typeface="Yu Gothic Light" panose="020B0300000000000000" pitchFamily="34" charset="-128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0" y="2639913"/>
            <a:ext cx="90749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Grado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Universitario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: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Ingeniería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Informática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o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Ingeniería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de Software (4-5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años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Especialización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: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Máster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en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Inteligencia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Artificial,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Ciberseguridad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o Cloud Computing.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Certificaciones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: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Conocimiento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en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lenguajes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como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Python, Java y Rust.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Inglés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Técnico</a:t>
            </a:r>
            <a:r>
              <a:rPr lang="en-US" alt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: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Es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el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idioma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 universal de la </a:t>
            </a:r>
            <a:r>
              <a:rPr lang="en-US" altLang="en-US" sz="18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tecnología</a:t>
            </a:r>
            <a:r>
              <a:rPr lang="en-US" alt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34516">
            <a:off x="5554292" y="5135820"/>
            <a:ext cx="1152686" cy="134321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999" y="3584544"/>
            <a:ext cx="4773001" cy="327345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54171">
            <a:off x="2733141" y="4915285"/>
            <a:ext cx="2101112" cy="161999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33458">
            <a:off x="795425" y="5253071"/>
            <a:ext cx="1044745" cy="1108709"/>
          </a:xfrm>
          <a:prstGeom prst="rect">
            <a:avLst/>
          </a:prstGeom>
        </p:spPr>
      </p:pic>
      <p:sp>
        <p:nvSpPr>
          <p:cNvPr id="11" name="Forma livre 10"/>
          <p:cNvSpPr/>
          <p:nvPr/>
        </p:nvSpPr>
        <p:spPr>
          <a:xfrm>
            <a:off x="5618205" y="4085968"/>
            <a:ext cx="1741647" cy="1112108"/>
          </a:xfrm>
          <a:custGeom>
            <a:avLst/>
            <a:gdLst>
              <a:gd name="connsiteX0" fmla="*/ 0 w 1741647"/>
              <a:gd name="connsiteY0" fmla="*/ 0 h 1112108"/>
              <a:gd name="connsiteX1" fmla="*/ 1696995 w 1741647"/>
              <a:gd name="connsiteY1" fmla="*/ 716691 h 1112108"/>
              <a:gd name="connsiteX2" fmla="*/ 1169773 w 1741647"/>
              <a:gd name="connsiteY2" fmla="*/ 1112108 h 1112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1647" h="1112108">
                <a:moveTo>
                  <a:pt x="0" y="0"/>
                </a:moveTo>
                <a:cubicBezTo>
                  <a:pt x="751016" y="265670"/>
                  <a:pt x="1502033" y="531340"/>
                  <a:pt x="1696995" y="716691"/>
                </a:cubicBezTo>
                <a:cubicBezTo>
                  <a:pt x="1891957" y="902042"/>
                  <a:pt x="1399059" y="963827"/>
                  <a:pt x="1169773" y="1112108"/>
                </a:cubicBezTo>
              </a:path>
            </a:pathLst>
          </a:custGeom>
          <a:noFill/>
          <a:ln w="2222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rma livre 11"/>
          <p:cNvSpPr/>
          <p:nvPr/>
        </p:nvSpPr>
        <p:spPr>
          <a:xfrm>
            <a:off x="6724650" y="5505450"/>
            <a:ext cx="638175" cy="406614"/>
          </a:xfrm>
          <a:custGeom>
            <a:avLst/>
            <a:gdLst>
              <a:gd name="connsiteX0" fmla="*/ 0 w 638175"/>
              <a:gd name="connsiteY0" fmla="*/ 0 h 406614"/>
              <a:gd name="connsiteX1" fmla="*/ 371475 w 638175"/>
              <a:gd name="connsiteY1" fmla="*/ 361950 h 406614"/>
              <a:gd name="connsiteX2" fmla="*/ 638175 w 638175"/>
              <a:gd name="connsiteY2" fmla="*/ 352425 h 40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175" h="406614">
                <a:moveTo>
                  <a:pt x="0" y="0"/>
                </a:moveTo>
                <a:cubicBezTo>
                  <a:pt x="132556" y="151606"/>
                  <a:pt x="265113" y="303213"/>
                  <a:pt x="371475" y="361950"/>
                </a:cubicBezTo>
                <a:cubicBezTo>
                  <a:pt x="477838" y="420688"/>
                  <a:pt x="569913" y="425450"/>
                  <a:pt x="638175" y="352425"/>
                </a:cubicBezTo>
              </a:path>
            </a:pathLst>
          </a:custGeom>
          <a:noFill/>
          <a:ln w="2222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/>
          <p:cNvSpPr txBox="1"/>
          <p:nvPr/>
        </p:nvSpPr>
        <p:spPr>
          <a:xfrm rot="21153328">
            <a:off x="834685" y="4976404"/>
            <a:ext cx="95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JAVA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 rot="466760">
            <a:off x="3531698" y="4640715"/>
            <a:ext cx="95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RUST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 rot="21242859">
            <a:off x="5502459" y="4857602"/>
            <a:ext cx="1101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PYTHON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0276286" y="3215212"/>
            <a:ext cx="1101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PYTHON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17" name="Forma livre 16"/>
          <p:cNvSpPr/>
          <p:nvPr/>
        </p:nvSpPr>
        <p:spPr>
          <a:xfrm>
            <a:off x="5873578" y="280086"/>
            <a:ext cx="542179" cy="584887"/>
          </a:xfrm>
          <a:custGeom>
            <a:avLst/>
            <a:gdLst>
              <a:gd name="connsiteX0" fmla="*/ 0 w 542179"/>
              <a:gd name="connsiteY0" fmla="*/ 0 h 584887"/>
              <a:gd name="connsiteX1" fmla="*/ 527222 w 542179"/>
              <a:gd name="connsiteY1" fmla="*/ 107092 h 584887"/>
              <a:gd name="connsiteX2" fmla="*/ 345990 w 542179"/>
              <a:gd name="connsiteY2" fmla="*/ 584887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179" h="584887">
                <a:moveTo>
                  <a:pt x="0" y="0"/>
                </a:moveTo>
                <a:cubicBezTo>
                  <a:pt x="234778" y="4805"/>
                  <a:pt x="469557" y="9611"/>
                  <a:pt x="527222" y="107092"/>
                </a:cubicBezTo>
                <a:cubicBezTo>
                  <a:pt x="584887" y="204573"/>
                  <a:pt x="465438" y="394730"/>
                  <a:pt x="345990" y="584887"/>
                </a:cubicBezTo>
              </a:path>
            </a:pathLst>
          </a:custGeom>
          <a:noFill/>
          <a:ln w="2222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orma livre 18"/>
          <p:cNvSpPr/>
          <p:nvPr/>
        </p:nvSpPr>
        <p:spPr>
          <a:xfrm>
            <a:off x="9115425" y="2676525"/>
            <a:ext cx="732673" cy="533400"/>
          </a:xfrm>
          <a:custGeom>
            <a:avLst/>
            <a:gdLst>
              <a:gd name="connsiteX0" fmla="*/ 647700 w 732673"/>
              <a:gd name="connsiteY0" fmla="*/ 0 h 533400"/>
              <a:gd name="connsiteX1" fmla="*/ 676275 w 732673"/>
              <a:gd name="connsiteY1" fmla="*/ 352425 h 533400"/>
              <a:gd name="connsiteX2" fmla="*/ 0 w 732673"/>
              <a:gd name="connsiteY2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2673" h="533400">
                <a:moveTo>
                  <a:pt x="647700" y="0"/>
                </a:moveTo>
                <a:cubicBezTo>
                  <a:pt x="715962" y="131762"/>
                  <a:pt x="784225" y="263525"/>
                  <a:pt x="676275" y="352425"/>
                </a:cubicBezTo>
                <a:cubicBezTo>
                  <a:pt x="568325" y="441325"/>
                  <a:pt x="0" y="533400"/>
                  <a:pt x="0" y="533400"/>
                </a:cubicBezTo>
              </a:path>
            </a:pathLst>
          </a:custGeom>
          <a:noFill/>
          <a:ln w="2222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-15586"/>
            <a:ext cx="12192000" cy="549563"/>
          </a:xfrm>
        </p:spPr>
        <p:txBody>
          <a:bodyPr>
            <a:normAutofit/>
          </a:bodyPr>
          <a:lstStyle/>
          <a:p>
            <a:r>
              <a:rPr lang="es-E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Qué cualidades profesionales y personales deberá tener?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-1" y="633404"/>
            <a:ext cx="110304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Cualidades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Profesionales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Dominio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lenguajes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programación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(Python, Java,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Pensamiento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lógico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matemático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para resolver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algoritmos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Conocimientos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seguridad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digital.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Cualidades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Personales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Ganas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aprender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constantemente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tecnología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cambia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rápido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Paciencia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para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encontrar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errores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en el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código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bugs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Capacidad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colaborar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explicar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informática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de forma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sencilla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-59293" y="5156996"/>
            <a:ext cx="100238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Interés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profundo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informática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y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tecnología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desde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joven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Crear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herramientas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que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mejoren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sectores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como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medicina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,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educación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o el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medio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ambiente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-59293" y="4341750"/>
            <a:ext cx="77700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¿Qué motivos lo llevan a elegir esta profesión?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3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2183027" cy="60151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ctrolize" panose="02000506000000020004" pitchFamily="2" charset="0"/>
              </a:rPr>
              <a:t>Fuentes: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ctrolize" panose="02000506000000020004" pitchFamily="2" charset="0"/>
            </a:endParaRP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0" y="601517"/>
            <a:ext cx="8534400" cy="1960452"/>
          </a:xfrm>
        </p:spPr>
        <p:txBody>
          <a:bodyPr/>
          <a:lstStyle/>
          <a:p>
            <a:r>
              <a:rPr lang="en-US" dirty="0" smtClean="0"/>
              <a:t>GOOGLE TRADUTOR</a:t>
            </a:r>
          </a:p>
          <a:p>
            <a:r>
              <a:rPr lang="en-US" dirty="0" smtClean="0"/>
              <a:t>WIKIPÉDIA ES (</a:t>
            </a:r>
            <a:r>
              <a:rPr lang="en-US" dirty="0" smtClean="0">
                <a:hlinkClick r:id="rId2"/>
              </a:rPr>
              <a:t>link</a:t>
            </a:r>
            <a:r>
              <a:rPr lang="en-US" dirty="0" smtClean="0"/>
              <a:t>)</a:t>
            </a:r>
          </a:p>
          <a:p>
            <a:r>
              <a:rPr lang="en-US" dirty="0" smtClean="0"/>
              <a:t>YOUTUBE</a:t>
            </a:r>
          </a:p>
          <a:p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10132540" y="6334780"/>
            <a:ext cx="360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ALT 0191 ¿</a:t>
            </a:r>
            <a:br>
              <a:rPr lang="en-US" sz="1400" dirty="0" smtClean="0"/>
            </a:br>
            <a:r>
              <a:rPr lang="en-US" sz="1400" dirty="0" smtClean="0"/>
              <a:t>ALT 173 ¡  		Rev 2</a:t>
            </a:r>
            <a:endParaRPr lang="en-US" sz="1400" dirty="0"/>
          </a:p>
        </p:txBody>
      </p:sp>
      <p:sp>
        <p:nvSpPr>
          <p:cNvPr id="6" name="CaixaDeTexto 5"/>
          <p:cNvSpPr txBox="1"/>
          <p:nvPr/>
        </p:nvSpPr>
        <p:spPr>
          <a:xfrm rot="20536352">
            <a:off x="487925" y="2498064"/>
            <a:ext cx="263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¡GRACIAS!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892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tor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296</TotalTime>
  <Words>248</Words>
  <Application>Microsoft Office PowerPoint</Application>
  <PresentationFormat>Ecrã Panorâmico</PresentationFormat>
  <Paragraphs>42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10" baseType="lpstr">
      <vt:lpstr>Yu Gothic Light</vt:lpstr>
      <vt:lpstr>Arial</vt:lpstr>
      <vt:lpstr>Century Gothic</vt:lpstr>
      <vt:lpstr>Electrolize</vt:lpstr>
      <vt:lpstr>Wingdings 3</vt:lpstr>
      <vt:lpstr>Setor</vt:lpstr>
      <vt:lpstr>Mi futura profesión   Ingeniería de Software</vt:lpstr>
      <vt:lpstr>¿Qué profesión elegirá? </vt:lpstr>
      <vt:lpstr>Qué cualidades profesionales y personales deberá tener?</vt:lpstr>
      <vt:lpstr>Fuentes: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futura profesión   Enjenero de software</dc:title>
  <dc:creator>CloudKernelFox</dc:creator>
  <cp:lastModifiedBy>CloudKernelFox</cp:lastModifiedBy>
  <cp:revision>15</cp:revision>
  <dcterms:created xsi:type="dcterms:W3CDTF">2026-05-17T17:25:09Z</dcterms:created>
  <dcterms:modified xsi:type="dcterms:W3CDTF">2026-05-17T22:37:43Z</dcterms:modified>
</cp:coreProperties>
</file>